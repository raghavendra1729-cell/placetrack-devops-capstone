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f8cc1c-15cb-4685-2213-f2cecb6c1a68}">
          <p14:sldIdLst>
            <p14:sldId id="256"/>
            <p14:sldId id="257"/>
          </p14:sldIdLst>
        </p14:section>
        <p14:section name="App and tests" id="{b315a135-ce3b-09e6-e4a0-0c55c82565c7}">
          <p14:sldIdLst>
            <p14:sldId id="258"/>
            <p14:sldId id="259"/>
            <p14:sldId id="260"/>
          </p14:sldIdLst>
        </p14:section>
        <p14:section name="Containers and CI" id="{79bea056-e1e2-6a29-acba-468ba5b294dd}">
          <p14:sldIdLst>
            <p14:sldId id="261"/>
            <p14:sldId id="262"/>
            <p14:sldId id="263"/>
          </p14:sldIdLst>
        </p14:section>
        <p14:section name="Infrastructure" id="{73ea2442-eb2c-b75f-522d-b0dbeff96b71}">
          <p14:sldIdLst>
            <p14:sldId id="264"/>
            <p14:sldId id="265"/>
            <p14:sldId id="266"/>
            <p14:sldId id="267"/>
          </p14:sldIdLst>
        </p14:section>
        <p14:section name="Operations" id="{985206ae-813a-9821-7048-4a256289cbe7}">
          <p14:sldIdLst>
            <p14:sldId id="268"/>
            <p14:sldId id="269"/>
            <p14:sldId id="270"/>
          </p14:sldIdLst>
        </p14:section>
        <p14:section name="Close" id="{8d4e89e0-f6be-dd8d-55e1-d3e24b1ef3f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All screenshots in this deck are from my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I limited the cluster API to my own IP address. The first plan showed fifty-three resources to add. The first apply created the VPC and the cluster, but the node group failed, because this account's free plan does not allow t3.medium. I switched to t3.small, applied again, and the apply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cluster as Active with one node group. kubectl showed both nodes Ready. After taking the screenshots I ran terraform destroy. It removed everything, and a check afterwards showed no cluster, VPC or instances left, so there is no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goes through these steps:</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All screenshots in this deck are from my own runs.</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05156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737360"/>
            <a:ext cx="1463040" cy="100584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83464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520440"/>
            <a:ext cx="1463040" cy="6858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28</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commits in the log below</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585008"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11856"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First plan: 53 to add. The node group failed on t3.medium (not allowed on the free plan), so I switched to t3.small and applied again</a:t>
            </a:r>
            <a:endParaRPr lang="en-US" sz="1300" dirty="0"/>
          </a:p>
        </p:txBody>
      </p:sp>
      <p:sp>
        <p:nvSpPr>
          <p:cNvPr id="6" name="terraform plan output frame"/>
          <p:cNvSpPr/>
          <p:nvPr/>
        </p:nvSpPr>
        <p:spPr>
          <a:xfrm>
            <a:off x="420624" y="2249424"/>
            <a:ext cx="4050792" cy="2337824"/>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977640" cy="2264672"/>
          </a:xfrm>
          <a:prstGeom prst="rect">
            <a:avLst/>
          </a:prstGeom>
        </p:spPr>
      </p:pic>
      <p:sp>
        <p:nvSpPr>
          <p:cNvPr id="8" name="terraform apply output frame"/>
          <p:cNvSpPr/>
          <p:nvPr/>
        </p:nvSpPr>
        <p:spPr>
          <a:xfrm>
            <a:off x="4672584" y="2249424"/>
            <a:ext cx="3826652"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apply output">    </p:cNvPr>
          <p:cNvPicPr>
            <a:picLocks noChangeAspect="1"/>
          </p:cNvPicPr>
          <p:nvPr/>
        </p:nvPicPr>
        <p:blipFill>
          <a:blip r:embed="rId2"/>
          <a:stretch>
            <a:fillRect/>
          </a:stretch>
        </p:blipFill>
        <p:spPr>
          <a:xfrm>
            <a:off x="4709160" y="2286000"/>
            <a:ext cx="3753500"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977640" cy="2398249"/>
          </a:xfrm>
          <a:prstGeom prst="rect">
            <a:avLst/>
          </a:prstGeom>
        </p:spPr>
      </p:pic>
      <p:sp>
        <p:nvSpPr>
          <p:cNvPr id="7" name="AWS Console: EKS cluster frame"/>
          <p:cNvSpPr/>
          <p:nvPr/>
        </p:nvSpPr>
        <p:spPr>
          <a:xfrm>
            <a:off x="467258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977640"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417320" y="365760"/>
            <a:ext cx="726948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6"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DevOps Final Capstone</dc:subject>
  <dc:creator>Raghavendra</dc:creator>
  <cp:lastModifiedBy>Raghavendra</cp:lastModifiedBy>
  <cp:revision>1</cp:revision>
  <dcterms:created xsi:type="dcterms:W3CDTF">2026-10-08T17:11:48Z</dcterms:created>
  <dcterms:modified xsi:type="dcterms:W3CDTF">2026-10-08T17:11:48Z</dcterms:modified>
</cp:coreProperties>
</file>