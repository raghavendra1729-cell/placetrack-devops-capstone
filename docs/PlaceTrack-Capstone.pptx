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d967065-6bb2-e6c9-4bef-86ce32fc01f1}">
          <p14:sldIdLst>
            <p14:sldId id="256"/>
            <p14:sldId id="257"/>
          </p14:sldIdLst>
        </p14:section>
        <p14:section name="App and tests" id="{54be7cd1-0c11-d45d-89d2-6e720135c8b3}">
          <p14:sldIdLst>
            <p14:sldId id="258"/>
            <p14:sldId id="259"/>
            <p14:sldId id="260"/>
          </p14:sldIdLst>
        </p14:section>
        <p14:section name="Containers and CI" id="{22da194c-f544-87cf-7321-2a3e1c0e4ba1}">
          <p14:sldIdLst>
            <p14:sldId id="261"/>
            <p14:sldId id="262"/>
            <p14:sldId id="263"/>
          </p14:sldIdLst>
        </p14:section>
        <p14:section name="Infrastructure" id="{28235b37-0a98-27ad-0099-67f0a6f9de83}">
          <p14:sldIdLst>
            <p14:sldId id="264"/>
            <p14:sldId id="265"/>
            <p14:sldId id="266"/>
          </p14:sldIdLst>
        </p14:section>
        <p14:section name="Operations" id="{0244e4df-eb4a-4de5-1df2-74089d99b27a}">
          <p14:sldIdLst>
            <p14:sldId id="267"/>
            <p14:sldId id="268"/>
            <p14:sldId id="269"/>
          </p14:sldIdLst>
        </p14:section>
        <p14:section name="Close" id="{107ffdaa-e589-95e4-b133-62671e3d15da}">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everything around it: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Code goes through GitHub Actions for tests, builds and a security scan, images go to a registry tagged with the commit, Terraform builds the AWS network and cluster, Helm deploys, and Prometheus and Grafana watch it. Every screenshot in this deck is a real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all three services up and the user IDs inside the containers.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The actions are pinned to exact commits and only the image job can write packages. I have not pushed the repository yet, so I ran each of these steps locally; the live run link comes after the first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cluster with a managed node group of two nodes. I limited the cluster API to my own IP address. The first plan showed fifty-three resources to add and nothing to change or destroy. Applying creates billable resources, so the apply, the console screenshots and the destroy are the remaining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I run the deploy script with that SHA, Helm rolls out the new pods,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request through the frontend service then showed that the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travels the same path:</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Ten graded modules, one repository. Every screenshot is a real capture; the GitHub run and AWS apply evidence are added once they are run.</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536192"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63040" cy="3001108"/>
          </a:xfrm>
          <a:prstGeom prst="rect">
            <a:avLst/>
          </a:prstGeom>
        </p:spPr>
      </p:pic>
      <p:sp>
        <p:nvSpPr>
          <p:cNvPr id="9" name="Text 5"/>
          <p:cNvSpPr txBox="1"/>
          <p:nvPr/>
        </p:nvSpPr>
        <p:spPr>
          <a:xfrm>
            <a:off x="7315200" y="118872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92024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65176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383280"/>
            <a:ext cx="1463040" cy="4572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583812"/>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25106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5" name="Text 3"/>
          <p:cNvSpPr txBox="1"/>
          <p:nvPr/>
        </p:nvSpPr>
        <p:spPr>
          <a:xfrm>
            <a:off x="457200" y="1051560"/>
            <a:ext cx="219456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24</a:t>
            </a:r>
            <a:endParaRPr lang="en-US" sz="4800" dirty="0"/>
          </a:p>
        </p:txBody>
      </p:sp>
      <p:sp>
        <p:nvSpPr>
          <p:cNvPr id="6" name="Text 4"/>
          <p:cNvSpPr txBox="1"/>
          <p:nvPr/>
        </p:nvSpPr>
        <p:spPr>
          <a:xfrm>
            <a:off x="457200" y="1783080"/>
            <a:ext cx="2194560" cy="457200"/>
          </a:xfrm>
          <a:prstGeom prst="rect">
            <a:avLst/>
          </a:prstGeom>
          <a:noFill/>
          <a:ln/>
        </p:spPr>
        <p:txBody>
          <a:bodyPr wrap="square" lIns="0" tIns="0" rIns="0" bIns="0" rtlCol="0" anchor="t"/>
          <a:lstStyle/>
          <a:p>
            <a:pPr indent="0" marL="0">
              <a:buNone/>
            </a:pPr>
            <a:r>
              <a:rPr lang="en-US" sz="1400" dirty="0">
                <a:solidFill>
                  <a:schemeClr val="accent6"/>
                </a:solidFill>
              </a:rPr>
              <a:t>meaningful commits so far</a:t>
            </a:r>
            <a:endParaRPr lang="en-US" sz="1400" dirty="0"/>
          </a:p>
        </p:txBody>
      </p:sp>
      <p:sp>
        <p:nvSpPr>
          <p:cNvPr id="7" name="Text 5"/>
          <p:cNvSpPr txBox="1"/>
          <p:nvPr/>
        </p:nvSpPr>
        <p:spPr>
          <a:xfrm>
            <a:off x="2926080" y="1188720"/>
            <a:ext cx="57607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Imperative, descriptive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659761"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git log output">    </p:cNvPr>
          <p:cNvPicPr>
            <a:picLocks noChangeAspect="1"/>
          </p:cNvPicPr>
          <p:nvPr/>
        </p:nvPicPr>
        <p:blipFill>
          <a:blip r:embed="rId1"/>
          <a:stretch>
            <a:fillRect/>
          </a:stretch>
        </p:blipFill>
        <p:spPr>
          <a:xfrm>
            <a:off x="457200" y="2423160"/>
            <a:ext cx="4586609"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420624" y="2432304"/>
            <a:ext cx="7826905" cy="226771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and ps">    </p:cNvPr>
          <p:cNvPicPr>
            <a:picLocks noChangeAspect="1"/>
          </p:cNvPicPr>
          <p:nvPr/>
        </p:nvPicPr>
        <p:blipFill>
          <a:blip r:embed="rId1"/>
          <a:stretch>
            <a:fillRect/>
          </a:stretch>
        </p:blipFill>
        <p:spPr>
          <a:xfrm>
            <a:off x="457200" y="2468880"/>
            <a:ext cx="7753753" cy="21945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554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0" name="Status note"/>
          <p:cNvSpPr/>
          <p:nvPr/>
        </p:nvSpPr>
        <p:spPr>
          <a:xfrm>
            <a:off x="457200" y="4023360"/>
            <a:ext cx="8229600" cy="548640"/>
          </a:xfrm>
          <a:prstGeom prst="roundRect">
            <a:avLst>
              <a:gd name="adj" fmla="val 13333"/>
            </a:avLst>
          </a:prstGeom>
          <a:solidFill>
            <a:schemeClr val="accent2">
              <a:alpha val="18000"/>
            </a:schemeClr>
          </a:solidFill>
          <a:ln/>
        </p:spPr>
      </p:sp>
      <p:sp>
        <p:nvSpPr>
          <p:cNvPr id="21" name="Text 19"/>
          <p:cNvSpPr txBox="1"/>
          <p:nvPr/>
        </p:nvSpPr>
        <p:spPr>
          <a:xfrm>
            <a:off x="594360" y="402336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every step was run locally (pytest, build, Docker, Trivy, Gitleaks). Nothing is pushed yet, so the Actions run link and GHCR page get added after the first push.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1877672"/>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findings before the fix">    </p:cNvPr>
          <p:cNvPicPr>
            <a:picLocks noChangeAspect="1"/>
          </p:cNvPicPr>
          <p:nvPr/>
        </p:nvPicPr>
        <p:blipFill>
          <a:blip r:embed="rId1"/>
          <a:stretch>
            <a:fillRect/>
          </a:stretch>
        </p:blipFill>
        <p:spPr>
          <a:xfrm>
            <a:off x="457200" y="1097280"/>
            <a:ext cx="4846320" cy="1804520"/>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188720"/>
            <a:ext cx="3749040" cy="2651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VPC with 2 public subnets in 2 availability zones</a:t>
            </a:r>
            <a:endParaRPr lang="en-US" sz="1400" dirty="0"/>
          </a:p>
          <a:p>
            <a:pPr marL="342900" indent="-342900">
              <a:spcAft>
                <a:spcPts val="800"/>
              </a:spcAft>
              <a:buSzPct val="100000"/>
              <a:buChar char="•"/>
            </a:pPr>
            <a:r>
              <a:rPr lang="en-US" sz="1400" dirty="0">
                <a:solidFill>
                  <a:schemeClr val="tx1"/>
                </a:solidFill>
              </a:rPr>
              <a:t>EKS cluster + managed node group, 2 x t3.small</a:t>
            </a:r>
            <a:endParaRPr lang="en-US" sz="1400" dirty="0"/>
          </a:p>
          <a:p>
            <a:pPr marL="342900" indent="-342900">
              <a:spcAft>
                <a:spcPts val="800"/>
              </a:spcAft>
              <a:buSzPct val="100000"/>
              <a:buChar char="•"/>
            </a:pPr>
            <a:r>
              <a:rPr lang="en-US" sz="1400" dirty="0">
                <a:solidFill>
                  <a:schemeClr val="tx1"/>
                </a:solidFill>
              </a:rPr>
              <a:t>API endpoint limited to my IP; no secrets in code</a:t>
            </a:r>
            <a:endParaRPr lang="en-US" sz="1400" dirty="0"/>
          </a:p>
          <a:p>
            <a:pPr marL="342900" indent="-342900">
              <a:spcAft>
                <a:spcPts val="800"/>
              </a:spcAft>
              <a:buSzPct val="100000"/>
              <a:buChar char="•"/>
            </a:pPr>
            <a:r>
              <a:rPr lang="en-US" sz="1400" dirty="0">
                <a:solidFill>
                  <a:schemeClr val="tx1"/>
                </a:solidFill>
              </a:rPr>
              <a:t>plan: 53 to add, 0 to change, 0 to destroy</a:t>
            </a:r>
            <a:endParaRPr lang="en-US" sz="1400" dirty="0"/>
          </a:p>
        </p:txBody>
      </p:sp>
      <p:sp>
        <p:nvSpPr>
          <p:cNvPr id="6" name="terraform validate and plan output frame"/>
          <p:cNvSpPr/>
          <p:nvPr/>
        </p:nvSpPr>
        <p:spPr>
          <a:xfrm>
            <a:off x="4352544" y="1152144"/>
            <a:ext cx="4370832" cy="2520039"/>
          </a:xfrm>
          <a:prstGeom prst="roundRect">
            <a:avLst>
              <a:gd name="adj" fmla="val 1814"/>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validate and plan output">    </p:cNvPr>
          <p:cNvPicPr>
            <a:picLocks noChangeAspect="1"/>
          </p:cNvPicPr>
          <p:nvPr/>
        </p:nvPicPr>
        <p:blipFill>
          <a:blip r:embed="rId1"/>
          <a:stretch>
            <a:fillRect/>
          </a:stretch>
        </p:blipFill>
        <p:spPr>
          <a:xfrm>
            <a:off x="4389120" y="1188720"/>
            <a:ext cx="4297680" cy="2446887"/>
          </a:xfrm>
          <a:prstGeom prst="rect">
            <a:avLst/>
          </a:prstGeom>
        </p:spPr>
      </p:pic>
      <p:sp>
        <p:nvSpPr>
          <p:cNvPr id="8" name="Status note"/>
          <p:cNvSpPr/>
          <p:nvPr/>
        </p:nvSpPr>
        <p:spPr>
          <a:xfrm>
            <a:off x="457200" y="4069080"/>
            <a:ext cx="8229600" cy="548640"/>
          </a:xfrm>
          <a:prstGeom prst="roundRect">
            <a:avLst>
              <a:gd name="adj" fmla="val 13333"/>
            </a:avLst>
          </a:prstGeom>
          <a:solidFill>
            <a:schemeClr val="accent2">
              <a:alpha val="18000"/>
            </a:schemeClr>
          </a:solidFill>
          <a:ln/>
        </p:spPr>
      </p:sp>
      <p:sp>
        <p:nvSpPr>
          <p:cNvPr id="9" name="Text 6"/>
          <p:cNvSpPr txBox="1"/>
          <p:nvPr/>
        </p:nvSpPr>
        <p:spPr>
          <a:xfrm>
            <a:off x="594360" y="4069080"/>
            <a:ext cx="7955280" cy="548640"/>
          </a:xfrm>
          <a:prstGeom prst="rect">
            <a:avLst/>
          </a:prstGeom>
          <a:noFill/>
          <a:ln/>
        </p:spPr>
        <p:txBody>
          <a:bodyPr wrap="square" lIns="0" tIns="0" rIns="0" bIns="0" rtlCol="0" anchor="ctr"/>
          <a:lstStyle/>
          <a:p>
            <a:pPr indent="0" marL="0">
              <a:buNone/>
            </a:pPr>
            <a:r>
              <a:rPr lang="en-US" sz="1200" dirty="0">
                <a:solidFill>
                  <a:schemeClr val="tx1"/>
                </a:solidFill>
              </a:rPr>
              <a:t>Status: init, validate and plan are done. Apply, the AWS Console screenshots and destroy are added after the cluster is created, then destroyed to stop billing.</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060704"/>
            <a:ext cx="7349830" cy="1764792"/>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p:cNvPr>
          <p:cNvPicPr>
            <a:picLocks noChangeAspect="1"/>
          </p:cNvPicPr>
          <p:nvPr/>
        </p:nvPicPr>
        <p:blipFill>
          <a:blip r:embed="rId1"/>
          <a:stretch>
            <a:fillRect/>
          </a:stretch>
        </p:blipFill>
        <p:spPr>
          <a:xfrm>
            <a:off x="457200" y="1097280"/>
            <a:ext cx="7276678" cy="1691640"/>
          </a:xfrm>
          <a:prstGeom prst="rect">
            <a:avLst/>
          </a:prstGeom>
        </p:spPr>
      </p:pic>
      <p:sp>
        <p:nvSpPr>
          <p:cNvPr id="7" name="kubectl get svc, ingress, hpa frame"/>
          <p:cNvSpPr/>
          <p:nvPr/>
        </p:nvSpPr>
        <p:spPr>
          <a:xfrm>
            <a:off x="420624" y="2889504"/>
            <a:ext cx="6272719" cy="1810512"/>
          </a:xfrm>
          <a:prstGeom prst="roundRect">
            <a:avLst>
              <a:gd name="adj" fmla="val 252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kubectl get svc, ingress, hpa">    </p:cNvPr>
          <p:cNvPicPr>
            <a:picLocks noChangeAspect="1"/>
          </p:cNvPicPr>
          <p:nvPr/>
        </p:nvPicPr>
        <p:blipFill>
          <a:blip r:embed="rId2"/>
          <a:stretch>
            <a:fillRect/>
          </a:stretch>
        </p:blipFill>
        <p:spPr>
          <a:xfrm>
            <a:off x="457200" y="2926080"/>
            <a:ext cx="6199567" cy="173736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Deployed with one helm command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32134"/>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58982"/>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018954" cy="1536192"/>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2945802" cy="1463040"/>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scripts/deploy.sh &lt;sha&gt;</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helm upgrade</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5"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Running is not Ready, and Ready is not reachable</a:t>
            </a:r>
            <a:endParaRPr lang="en-US" sz="1600" dirty="0"/>
          </a:p>
        </p:txBody>
      </p:sp>
      <p:sp>
        <p:nvSpPr>
          <p:cNvPr id="12" name="Lesson 4"/>
          <p:cNvSpPr/>
          <p:nvPr/>
        </p:nvSpPr>
        <p:spPr>
          <a:xfrm>
            <a:off x="548640" y="3566160"/>
            <a:ext cx="457200" cy="457200"/>
          </a:xfrm>
          <a:prstGeom prst="ellipse">
            <a:avLst/>
          </a:prstGeom>
          <a:solidFill>
            <a:schemeClr val="accent1"/>
          </a:solidFill>
          <a:ln/>
        </p:spPr>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PptxGenJS Presentation</dc:subject>
  <dc:creator>Raghavendra</dc:creator>
  <cp:lastModifiedBy>Raghavendra</cp:lastModifiedBy>
  <cp:revision>1</cp:revision>
  <dcterms:created xsi:type="dcterms:W3CDTF">2026-10-08T16:31:45Z</dcterms:created>
  <dcterms:modified xsi:type="dcterms:W3CDTF">2026-10-08T16:31:45Z</dcterms:modified>
</cp:coreProperties>
</file>