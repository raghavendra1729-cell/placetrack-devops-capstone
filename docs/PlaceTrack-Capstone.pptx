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3a977af-a372-00ed-a7b8-ae4abab7f58b}">
          <p14:sldIdLst>
            <p14:sldId id="256"/>
            <p14:sldId id="257"/>
          </p14:sldIdLst>
        </p14:section>
        <p14:section name="App and tests" id="{13e714e7-7366-c560-61ff-c3f4f8faaa0f}">
          <p14:sldIdLst>
            <p14:sldId id="258"/>
            <p14:sldId id="259"/>
            <p14:sldId id="260"/>
          </p14:sldIdLst>
        </p14:section>
        <p14:section name="Containers and CI" id="{43e57819-cd90-b1b6-96bc-5838ce9c01b7}">
          <p14:sldIdLst>
            <p14:sldId id="261"/>
            <p14:sldId id="262"/>
            <p14:sldId id="263"/>
          </p14:sldIdLst>
        </p14:section>
        <p14:section name="Infrastructure" id="{0111f913-7920-e40a-971f-ac2b844aff6e}">
          <p14:sldIdLst>
            <p14:sldId id="264"/>
            <p14:sldId id="265"/>
            <p14:sldId id="266"/>
            <p14:sldId id="267"/>
          </p14:sldIdLst>
        </p14:section>
        <p14:section name="Operations" id="{48b086d2-d5a3-208e-f5f3-f28d39d5e972}">
          <p14:sldIdLst>
            <p14:sldId id="268"/>
            <p14:sldId id="269"/>
            <p14:sldId id="270"/>
          </p14:sldIdLst>
        </p14:section>
        <p14:section name="Close" id="{3546357d-a158-75cd-2597-0aa50fe30d9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 I have not pushed the repository yet, so I ran each of these steps locally; the live run link comes after the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I limited the cluster API to my own IP address. The first plan showed fifty-three resources to add. The first apply created the VPC and the cluster, but the node group failed, because this account's free plan does not allow t3.medium. I switched to t3.small, applied again, and the apply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cluster as Active with one node group. kubectl showed both nodes Ready. After taking the screenshots I ran terraform destroy. It removed everything, and a check afterwards showed no cluster, VPC or instances left, so there is no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screenshot is a real capture; the GitHub run and AWS apply evidence are added once they are run.</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27</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 so far</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659761"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86609"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0" name="Status note"/>
          <p:cNvSpPr/>
          <p:nvPr/>
        </p:nvSpPr>
        <p:spPr>
          <a:xfrm>
            <a:off x="457200" y="4023360"/>
            <a:ext cx="8229600" cy="548640"/>
          </a:xfrm>
          <a:prstGeom prst="roundRect">
            <a:avLst>
              <a:gd name="adj" fmla="val 13333"/>
            </a:avLst>
          </a:prstGeom>
          <a:solidFill>
            <a:schemeClr val="accent2">
              <a:alpha val="18000"/>
            </a:schemeClr>
          </a:solidFill>
          <a:ln/>
        </p:spPr>
      </p:sp>
      <p:sp>
        <p:nvSpPr>
          <p:cNvPr id="21" name="Text 19"/>
          <p:cNvSpPr txBox="1"/>
          <p:nvPr/>
        </p:nvSpPr>
        <p:spPr>
          <a:xfrm>
            <a:off x="594360" y="402336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every step was run locally (pytest, build, Docker, Trivy, Gitleaks). Nothing is pushed yet, so the Actions run link and GHCR page get added after the first push.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First plan: 53 to add. The node group failed on t3.medium (not allowed on the free plan), so I switched to t3.small and applied again</a:t>
            </a:r>
            <a:endParaRPr lang="en-US" sz="1300" dirty="0"/>
          </a:p>
        </p:txBody>
      </p:sp>
      <p:sp>
        <p:nvSpPr>
          <p:cNvPr id="6" name="terraform plan output frame"/>
          <p:cNvSpPr/>
          <p:nvPr/>
        </p:nvSpPr>
        <p:spPr>
          <a:xfrm>
            <a:off x="420624" y="2249424"/>
            <a:ext cx="4050792" cy="2337824"/>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977640" cy="2264672"/>
          </a:xfrm>
          <a:prstGeom prst="rect">
            <a:avLst/>
          </a:prstGeom>
        </p:spPr>
      </p:pic>
      <p:sp>
        <p:nvSpPr>
          <p:cNvPr id="8" name="terraform apply output frame"/>
          <p:cNvSpPr/>
          <p:nvPr/>
        </p:nvSpPr>
        <p:spPr>
          <a:xfrm>
            <a:off x="4672584" y="2249424"/>
            <a:ext cx="3826652"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apply output">    </p:cNvPr>
          <p:cNvPicPr>
            <a:picLocks noChangeAspect="1"/>
          </p:cNvPicPr>
          <p:nvPr/>
        </p:nvPicPr>
        <p:blipFill>
          <a:blip r:embed="rId2"/>
          <a:stretch>
            <a:fillRect/>
          </a:stretch>
        </p:blipFill>
        <p:spPr>
          <a:xfrm>
            <a:off x="4709160" y="2286000"/>
            <a:ext cx="3753500"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977640" cy="2398249"/>
          </a:xfrm>
          <a:prstGeom prst="rect">
            <a:avLst/>
          </a:prstGeom>
        </p:spPr>
      </p:pic>
      <p:sp>
        <p:nvSpPr>
          <p:cNvPr id="7" name="AWS Console: EKS cluster frame"/>
          <p:cNvSpPr/>
          <p:nvPr/>
        </p:nvSpPr>
        <p:spPr>
          <a:xfrm>
            <a:off x="467258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977640"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2026-10-08T17:07:17Z</dcterms:created>
  <dcterms:modified xsi:type="dcterms:W3CDTF">2026-10-08T17:07:17Z</dcterms:modified>
</cp:coreProperties>
</file>