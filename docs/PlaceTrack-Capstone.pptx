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c351e2c-de79-2329-6258-09c6a54c9ab8}">
          <p14:sldIdLst>
            <p14:sldId id="256"/>
            <p14:sldId id="257"/>
          </p14:sldIdLst>
        </p14:section>
        <p14:section name="App and tests" id="{b6844a18-225e-b2e9-dc49-4e8db8ea0b0a}">
          <p14:sldIdLst>
            <p14:sldId id="258"/>
            <p14:sldId id="259"/>
            <p14:sldId id="260"/>
          </p14:sldIdLst>
        </p14:section>
        <p14:section name="Containers and CI" id="{1364cf3a-c51e-c612-7e2f-1a08065e1575}">
          <p14:sldIdLst>
            <p14:sldId id="261"/>
            <p14:sldId id="262"/>
            <p14:sldId id="263"/>
          </p14:sldIdLst>
        </p14:section>
        <p14:section name="Infrastructure" id="{e893d929-c364-d58e-a4e1-7c3743984456}">
          <p14:sldIdLst>
            <p14:sldId id="264"/>
            <p14:sldId id="265"/>
            <p14:sldId id="266"/>
          </p14:sldIdLst>
        </p14:section>
        <p14:section name="Operations" id="{ae768178-d01c-e8c0-db9e-fbce8245f85a}">
          <p14:sldIdLst>
            <p14:sldId id="267"/>
            <p14:sldId id="268"/>
            <p14:sldId id="269"/>
          </p14:sldIdLst>
        </p14:section>
        <p14:section name="Close" id="{3e938075-3f02-5146-63da-aa83bef8125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about everything around it -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The interesting part is the path: code goes through GitHub Actions for tests, builds and a security scan, images go to a registry tagged with the commit, Terraform builds the AWS network and cluster, Helm deploys, and Prometheus and Grafana watch it. Each module of the course maps to one piece of this chain, and every screenshot in this deck is a real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I hardened the workflow so third-party actions are pinned to exact commits and only the image job can write packages. I have not pushed the repository yet, so I ran each of these steps locally; the live run link comes after the first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really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of two nodes. I restricted the cluster API to my own IP address, and gave the EBS storage driver its own narrowly scoped role instead of attaching a policy to every node. The plan shows fifty-three resources to add and nothing to change or destroy. Applying creates billable resources, so the apply, the console screenshots and the destroy are the remaining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 The chart is the same for minikube and for 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travels the same path:</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Ten graded modules, one repository: every module has real evidence from a real run.</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18872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7</a:t>
            </a:r>
            <a:endParaRPr lang="en-US" sz="4800" dirty="0"/>
          </a:p>
        </p:txBody>
      </p:sp>
      <p:sp>
        <p:nvSpPr>
          <p:cNvPr id="10" name="Text 6"/>
          <p:cNvSpPr txBox="1"/>
          <p:nvPr/>
        </p:nvSpPr>
        <p:spPr>
          <a:xfrm>
            <a:off x="7315200" y="192024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REST endpoints + health, ready, metrics</a:t>
            </a:r>
            <a:endParaRPr lang="en-US" sz="1400" dirty="0"/>
          </a:p>
        </p:txBody>
      </p:sp>
      <p:sp>
        <p:nvSpPr>
          <p:cNvPr id="11" name="Text 7"/>
          <p:cNvSpPr txBox="1"/>
          <p:nvPr/>
        </p:nvSpPr>
        <p:spPr>
          <a:xfrm>
            <a:off x="7315200" y="265176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38328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15</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meaningful commits</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5594070"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5520918"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0" name="Status note"/>
          <p:cNvSpPr/>
          <p:nvPr/>
        </p:nvSpPr>
        <p:spPr>
          <a:xfrm>
            <a:off x="457200" y="4023360"/>
            <a:ext cx="8229600" cy="548640"/>
          </a:xfrm>
          <a:prstGeom prst="roundRect">
            <a:avLst>
              <a:gd name="adj" fmla="val 13333"/>
            </a:avLst>
          </a:prstGeom>
          <a:solidFill>
            <a:schemeClr val="accent2">
              <a:alpha val="18000"/>
            </a:schemeClr>
          </a:solidFill>
          <a:ln/>
        </p:spPr>
      </p:sp>
      <p:sp>
        <p:nvSpPr>
          <p:cNvPr id="21" name="Text 19"/>
          <p:cNvSpPr txBox="1"/>
          <p:nvPr/>
        </p:nvSpPr>
        <p:spPr>
          <a:xfrm>
            <a:off x="594360" y="402336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every step was run locally (pytest, build, Docker, Trivy, Gitleaks). Nothing is pushed yet, so the Actions run link and GHCR page get added after the first push.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188720"/>
            <a:ext cx="37490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VPC with 2 public subnets in 2 availability zones</a:t>
            </a:r>
            <a:endParaRPr lang="en-US" sz="1400" dirty="0"/>
          </a:p>
          <a:p>
            <a:pPr marL="342900" indent="-342900">
              <a:spcAft>
                <a:spcPts val="800"/>
              </a:spcAft>
              <a:buSzPct val="100000"/>
              <a:buChar char="•"/>
            </a:pPr>
            <a:r>
              <a:rPr lang="en-US" sz="1400" dirty="0">
                <a:solidFill>
                  <a:schemeClr val="tx1"/>
                </a:solidFill>
              </a:rPr>
              <a:t>EKS cluster + managed node group, 2 x t3.medium</a:t>
            </a:r>
            <a:endParaRPr lang="en-US" sz="1400" dirty="0"/>
          </a:p>
          <a:p>
            <a:pPr marL="342900" indent="-342900">
              <a:spcAft>
                <a:spcPts val="800"/>
              </a:spcAft>
              <a:buSzPct val="100000"/>
              <a:buChar char="•"/>
            </a:pPr>
            <a:r>
              <a:rPr lang="en-US" sz="1400" dirty="0">
                <a:solidFill>
                  <a:schemeClr val="tx1"/>
                </a:solidFill>
              </a:rPr>
              <a:t>EBS CSI driver with its own IRSA role</a:t>
            </a:r>
            <a:endParaRPr lang="en-US" sz="1400" dirty="0"/>
          </a:p>
          <a:p>
            <a:pPr marL="342900" indent="-342900">
              <a:spcAft>
                <a:spcPts val="800"/>
              </a:spcAft>
              <a:buSzPct val="100000"/>
              <a:buChar char="•"/>
            </a:pPr>
            <a:r>
              <a:rPr lang="en-US" sz="1400" dirty="0">
                <a:solidFill>
                  <a:schemeClr val="tx1"/>
                </a:solidFill>
              </a:rPr>
              <a:t>API endpoint restricted to my IP; no secrets in code</a:t>
            </a:r>
            <a:endParaRPr lang="en-US" sz="1400" dirty="0"/>
          </a:p>
          <a:p>
            <a:pPr marL="342900" indent="-342900">
              <a:spcAft>
                <a:spcPts val="800"/>
              </a:spcAft>
              <a:buSzPct val="100000"/>
              <a:buChar char="•"/>
            </a:pPr>
            <a:r>
              <a:rPr lang="en-US" sz="1400" dirty="0">
                <a:solidFill>
                  <a:schemeClr val="tx1"/>
                </a:solidFill>
              </a:rPr>
              <a:t>plan: 53 to add, 0 to change, 0 to destroy</a:t>
            </a:r>
            <a:endParaRPr lang="en-US" sz="1400" dirty="0"/>
          </a:p>
        </p:txBody>
      </p:sp>
      <p:sp>
        <p:nvSpPr>
          <p:cNvPr id="6" name="terraform validate and plan output frame"/>
          <p:cNvSpPr/>
          <p:nvPr/>
        </p:nvSpPr>
        <p:spPr>
          <a:xfrm>
            <a:off x="4352544" y="1152144"/>
            <a:ext cx="4370832" cy="2520039"/>
          </a:xfrm>
          <a:prstGeom prst="roundRect">
            <a:avLst>
              <a:gd name="adj" fmla="val 1814"/>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validate and plan output">    </p:cNvPr>
          <p:cNvPicPr>
            <a:picLocks noChangeAspect="1"/>
          </p:cNvPicPr>
          <p:nvPr/>
        </p:nvPicPr>
        <p:blipFill>
          <a:blip r:embed="rId1"/>
          <a:stretch>
            <a:fillRect/>
          </a:stretch>
        </p:blipFill>
        <p:spPr>
          <a:xfrm>
            <a:off x="4389120" y="1188720"/>
            <a:ext cx="4297680" cy="2446887"/>
          </a:xfrm>
          <a:prstGeom prst="rect">
            <a:avLst/>
          </a:prstGeom>
        </p:spPr>
      </p:pic>
      <p:sp>
        <p:nvSpPr>
          <p:cNvPr id="8" name="Status note"/>
          <p:cNvSpPr/>
          <p:nvPr/>
        </p:nvSpPr>
        <p:spPr>
          <a:xfrm>
            <a:off x="457200" y="4069080"/>
            <a:ext cx="8229600" cy="548640"/>
          </a:xfrm>
          <a:prstGeom prst="roundRect">
            <a:avLst>
              <a:gd name="adj" fmla="val 13333"/>
            </a:avLst>
          </a:prstGeom>
          <a:solidFill>
            <a:schemeClr val="accent2">
              <a:alpha val="18000"/>
            </a:schemeClr>
          </a:solidFill>
          <a:ln/>
        </p:spPr>
      </p:sp>
      <p:sp>
        <p:nvSpPr>
          <p:cNvPr id="9" name="Text 6"/>
          <p:cNvSpPr txBox="1"/>
          <p:nvPr/>
        </p:nvSpPr>
        <p:spPr>
          <a:xfrm>
            <a:off x="594360" y="406908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init, validate and plan are done. Apply, the AWS Console screenshots and destroy are added after the cluster is created, then destroyed to stop billing.</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Browser &gt; Ingress controller &gt; frontend &gt; backend &gt;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Same chart works on minikube and EKS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5"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resolves upstream names at startup; a runtime resolver fixed the crash loop</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PptxGenJS Presentation</dc:subject>
  <dc:creator>Raghavendra</dc:creator>
  <cp:lastModifiedBy>Raghavendra</cp:lastModifiedBy>
  <cp:revision>1</cp:revision>
  <dcterms:created xsi:type="dcterms:W3CDTF">2026-10-08T14:37:40Z</dcterms:created>
  <dcterms:modified xsi:type="dcterms:W3CDTF">2026-10-08T14:37:40Z</dcterms:modified>
</cp:coreProperties>
</file>